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050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150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Welcome. This presentation summarizes insights from Cyclistic bike share data using SQL cleaning and Tableau visualization. The goal is to highlight customer behavior differences and propose business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Casual riders show leisure behavior with longer trips, while members ride frequently and consistently. This contrast reveals a strong opportunity to design conversion strategies that turn casual users into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cleaning was done in SQL using DB Browser. We computed ride length, removed invalid records, and unified data across years to ensure reliable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Casual riders take longer rides than members, showing leisure usage patterns. This insight supports targeted pricing such as day passes and weekend bundles.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Members generate significantly more rides, but casual riders stay longer per trip. Business focus should be on converting high-duration casual riders into subscriptions.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Members ride mostly on weekdays, indicating commuting. Casual riders peak on weekends, indicating leisure usage. Campaign timing should reflect these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dashboard consolidates rider behavior across metrics, providing a holistic overview for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Recommendations focus on converting casual riders with trial offers and bundles. Members should be retained through loyalty incentives and commuter-friendly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summary, data shows a clear business opportunity in targeted conversion strategies. Next steps include controlled experiments and measurement of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26-11-2025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1"/>
            <a:ext cx="7772400" cy="2533650"/>
          </a:xfrm>
        </p:spPr>
        <p:txBody>
          <a:bodyPr/>
          <a:lstStyle/>
          <a:p>
            <a:r>
              <a:rPr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Cyclistic Bike Share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54400"/>
            <a:ext cx="6400800" cy="1752600"/>
          </a:xfrm>
        </p:spPr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Prepared by: Hiten Mehta</a:t>
            </a:r>
          </a:p>
          <a:p>
            <a:r>
              <a:rPr dirty="0">
                <a:solidFill>
                  <a:srgbClr val="002060"/>
                </a:solidFill>
              </a:rPr>
              <a:t>Audience: Business Team</a:t>
            </a:r>
          </a:p>
          <a:p>
            <a:r>
              <a:rPr dirty="0">
                <a:solidFill>
                  <a:srgbClr val="002060"/>
                </a:solidFill>
              </a:rPr>
              <a:t>Focus: Member vs Casual Behavior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Casual riders take longer trips</a:t>
            </a:r>
          </a:p>
          <a:p>
            <a:r>
              <a:t>• Members ride more frequently</a:t>
            </a:r>
          </a:p>
          <a:p>
            <a:r>
              <a:t>• Clear weekday vs weekend split</a:t>
            </a:r>
          </a:p>
          <a:p>
            <a:r>
              <a:t>• Conversion opportunity from casual to member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Calculated ride length in minutes</a:t>
            </a:r>
          </a:p>
          <a:p>
            <a:r>
              <a:t>• Removed negative durations</a:t>
            </a:r>
          </a:p>
          <a:p>
            <a:r>
              <a:t>• Removed rides exceeding 12 hours</a:t>
            </a:r>
          </a:p>
          <a:p>
            <a:r>
              <a:t>• Standardized columns across years</a:t>
            </a:r>
          </a:p>
          <a:p>
            <a:r>
              <a:t>• Merged 2019 and 2020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sz="3600" dirty="0"/>
              <a:t>Average Trip Duration v/s Members or Casual</a:t>
            </a:r>
            <a:endParaRPr sz="3600" dirty="0"/>
          </a:p>
        </p:txBody>
      </p:sp>
      <p:pic>
        <p:nvPicPr>
          <p:cNvPr id="4" name="Picture 3" descr="Pict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2533"/>
            <a:ext cx="9144000" cy="5215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8533"/>
            <a:ext cx="9144000" cy="1422400"/>
          </a:xfrm>
        </p:spPr>
        <p:txBody>
          <a:bodyPr>
            <a:normAutofit fontScale="90000"/>
          </a:bodyPr>
          <a:lstStyle/>
          <a:p>
            <a:r>
              <a:rPr lang="en-US" dirty="0"/>
              <a:t>Number Of Rides wise</a:t>
            </a:r>
            <a:br>
              <a:rPr lang="en-US" dirty="0"/>
            </a:br>
            <a:r>
              <a:rPr lang="en-US" sz="4000" dirty="0"/>
              <a:t>Average Trip Duration v/s Members or Casual</a:t>
            </a:r>
            <a:endParaRPr sz="4000" dirty="0"/>
          </a:p>
        </p:txBody>
      </p:sp>
      <p:pic>
        <p:nvPicPr>
          <p:cNvPr id="4" name="Picture 3" descr="Pictu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2973"/>
            <a:ext cx="9144000" cy="5175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862667"/>
          </a:xfrm>
        </p:spPr>
        <p:txBody>
          <a:bodyPr>
            <a:normAutofit fontScale="90000"/>
          </a:bodyPr>
          <a:lstStyle/>
          <a:p>
            <a:r>
              <a:rPr lang="en-US" dirty="0"/>
              <a:t>Weekdays Wise </a:t>
            </a:r>
            <a:br>
              <a:rPr lang="en-US" dirty="0"/>
            </a:br>
            <a:r>
              <a:rPr lang="en-US" sz="4000" dirty="0"/>
              <a:t>Average Trip Duration v/s Members or Casual</a:t>
            </a:r>
            <a:endParaRPr sz="4000" dirty="0"/>
          </a:p>
        </p:txBody>
      </p:sp>
      <p:pic>
        <p:nvPicPr>
          <p:cNvPr id="4" name="Picture 3" descr="Pictur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5733"/>
            <a:ext cx="9144000" cy="5012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effectLst>
                  <a:outerShdw blurRad="50800" dist="38100" dir="2700000" algn="tl" rotWithShape="0">
                    <a:prstClr val="black">
                      <a:alpha val="50000"/>
                    </a:prstClr>
                  </a:outerShdw>
                </a:effectLst>
              </a:rPr>
              <a:t>Dashboard Overview</a:t>
            </a:r>
            <a:endParaRPr dirty="0">
              <a:solidFill>
                <a:srgbClr val="7030A0"/>
              </a:solidFill>
              <a:effectLst>
                <a:outerShdw blurRad="50800" dist="38100" dir="2700000" algn="tl" rotWithShape="0">
                  <a:prstClr val="black">
                    <a:alpha val="50000"/>
                  </a:prst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509396"/>
            <a:ext cx="9144000" cy="53486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Weekend membership trials</a:t>
            </a:r>
          </a:p>
          <a:p>
            <a:r>
              <a:t>• Tourist-focused short-term plans</a:t>
            </a:r>
          </a:p>
          <a:p>
            <a:r>
              <a:t>• Electric bike promotions</a:t>
            </a:r>
          </a:p>
          <a:p>
            <a:r>
              <a:t>• Loyalty rewards for members</a:t>
            </a:r>
          </a:p>
          <a:p>
            <a:r>
              <a:t>• Time-based commuter passes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Casual riders represent growth</a:t>
            </a:r>
          </a:p>
          <a:p>
            <a:r>
              <a:t>• Members provide stable revenue</a:t>
            </a:r>
          </a:p>
          <a:p>
            <a:r>
              <a:t>• Data-driven strategy improves conversion</a:t>
            </a:r>
          </a:p>
          <a:p>
            <a:r>
              <a:t>• Next: test campaigns and measure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399</Words>
  <Application>Microsoft Office PowerPoint</Application>
  <PresentationFormat>On-screen Show (4:3)</PresentationFormat>
  <Paragraphs>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Cyclistic Bike Share Analysis</vt:lpstr>
      <vt:lpstr>Executive Summary</vt:lpstr>
      <vt:lpstr>Data Cleaning &amp; Preparation (SQL)</vt:lpstr>
      <vt:lpstr>Average Trip Duration v/s Members or Casual</vt:lpstr>
      <vt:lpstr>Number Of Rides wise Average Trip Duration v/s Members or Casual</vt:lpstr>
      <vt:lpstr>Weekdays Wise  Average Trip Duration v/s Members or Casual</vt:lpstr>
      <vt:lpstr>Dashboard Overview</vt:lpstr>
      <vt:lpstr>Business Recommendations</vt:lpstr>
      <vt:lpstr>Conclusion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Hiten Mehta</cp:lastModifiedBy>
  <cp:revision>6</cp:revision>
  <dcterms:created xsi:type="dcterms:W3CDTF">2013-01-27T09:14:16Z</dcterms:created>
  <dcterms:modified xsi:type="dcterms:W3CDTF">2025-11-26T12:22:27Z</dcterms:modified>
  <cp:category/>
</cp:coreProperties>
</file>